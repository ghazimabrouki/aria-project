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000">
                <a:solidFill>
                  <a:srgbClr val="222222"/>
                </a:solidFill>
              </a:defRPr>
            </a:pPr>
            <a:r>
              <a:t>**ARIA**</a:t>
            </a:r>
          </a:p>
          <a:p>
            <a:pPr algn="ctr">
              <a:defRPr sz="2000">
                <a:solidFill>
                  <a:srgbClr val="222222"/>
                </a:solidFill>
              </a:defRPr>
            </a:pPr>
            <a:r>
              <a:t>Adaptive Response Intelligence Automation</a:t>
            </a:r>
          </a:p>
          <a:p>
            <a:pPr algn="ctr">
              <a:defRPr sz="2000">
                <a:solidFill>
                  <a:srgbClr val="222222"/>
                </a:solidFill>
              </a:defRPr>
            </a:pPr>
            <a:r>
              <a:t>**AI-Assisted Security Operations, Incident Response, and Remediation Platform**</a:t>
            </a:r>
          </a:p>
          <a:p>
            <a:pPr algn="ctr">
              <a:defRPr sz="2000">
                <a:solidFill>
                  <a:srgbClr val="222222"/>
                </a:solidFill>
              </a:defRPr>
            </a:pPr>
            <a:r>
              <a:t>**Ghazi Mabrouki**</a:t>
            </a:r>
          </a:p>
          <a:p>
            <a:pPr algn="ctr">
              <a:defRPr sz="2000">
                <a:solidFill>
                  <a:srgbClr val="222222"/>
                </a:solidFill>
              </a:defRPr>
            </a:pPr>
            <a:r>
              <a:t>Professional Final Year Project (PFE) — Huawei Technologies</a:t>
            </a:r>
          </a:p>
          <a:p>
            <a:pPr algn="ctr">
              <a:defRPr sz="2000">
                <a:solidFill>
                  <a:srgbClr val="222222"/>
                </a:solidFill>
              </a:defRPr>
            </a:pPr>
            <a:r>
              <a:t>ESPRIT University — Academic Year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SOC Operations Are Fragmented and Slow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**Fragmented tools**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**Heterogeneous data**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**Alert overload**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**Expert dependency**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**No closed loop**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92040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**Result:** analysts spend more time switching tools than acting on incidents.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Three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/>
            </a:pPr>
            <a:r>
              <a:t>1. **Visibility**</a:t>
            </a:r>
          </a:p>
          <a:p>
            <a:pPr lvl="1">
              <a:defRPr sz="1400"/>
            </a:pPr>
            <a:r>
              <a:t>◦ Centralize host, network, runtime, and metric telemetry</a:t>
            </a:r>
          </a:p>
          <a:p>
            <a:pPr lvl="1">
              <a:defRPr sz="1400"/>
            </a:pPr>
            <a:r>
              <a:t>◦ Normalize alerts into one common operational model</a:t>
            </a:r>
          </a:p>
          <a:p>
            <a:pPr>
              <a:defRPr sz="1500"/>
            </a:pPr>
            <a:r>
              <a:t>2. **Intelligence**</a:t>
            </a:r>
          </a:p>
          <a:p>
            <a:pPr lvl="1">
              <a:defRPr sz="1400"/>
            </a:pPr>
            <a:r>
              <a:t>◦ Correlate alerts into incidents</a:t>
            </a:r>
          </a:p>
          <a:p>
            <a:pPr lvl="1">
              <a:defRPr sz="1400"/>
            </a:pPr>
            <a:r>
              <a:t>◦ Explain incidents and generate Ansible playbooks with AI</a:t>
            </a:r>
          </a:p>
          <a:p>
            <a:pPr>
              <a:defRPr sz="1500"/>
            </a:pPr>
            <a:r>
              <a:t>3. **Controlled Response**</a:t>
            </a:r>
          </a:p>
          <a:p>
            <a:pPr lvl="1">
              <a:defRPr sz="1400"/>
            </a:pPr>
            <a:r>
              <a:t>◦ Human approval gate for every sensitive action</a:t>
            </a:r>
          </a:p>
          <a:p>
            <a:pPr lvl="1">
              <a:defRPr sz="1400"/>
            </a:pPr>
            <a:r>
              <a:t>◦ Verify fixes before archiving; full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State of the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SOC / SOAR Market Landscape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8985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Splunk Enterprise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Powerful SIEM, rich apps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IBM QRadar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Correlation, asset DB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Microsoft Sentinel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Cloud-native, AI alerts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Palo Alto XSOAR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Strong playbook marketplace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Wazuh + ELK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Open, good visibility</a:t>
                      </a:r>
                    </a:p>
                  </a:txBody>
                  <a:tcPr/>
                </a:tc>
              </a:tr>
              <a:tr h="4898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Falcon / SentinelOne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EDR-centric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Identified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What Is Missing?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i="1" sz="1500">
                <a:solidFill>
                  <a:srgbClr val="006DA8"/>
                </a:solidFill>
              </a:defRPr>
            </a:pPr>
            <a:r>
              <a:t>No existing solution combines **multi-layer monitoring** (host, network, runtime, metrics) with **alert enrichment**, **incident correlation**, **AI-generated playbooks**, and **human-controlled Ansible remediation** in a single, open, local-deployment platform.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ARIA fills this gap by turning raw telemetry into actionable, approved, verifiable incidents.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Three-Phase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From Infrastructure to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┌─────────────┐     ┌─────────────────┐     ┌─────────────────────┐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│  Phase 1    │ ──► │    Phase 2      │ ──► │      Phase 3        │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│ Monitoring  │     │  Cloud Infra    │     │ Backend Intelligence│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│ Foundation  │     │  Huawei Cloud   │     │  ARIA Platform      │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└─────────────┘     └─────────────────┘     └─────────────────────┘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Jan–Feb              Feb–Mar                  Mar–Jul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**Phase 1:** Elasticsearch, Kibana, Wazuh, Suricata, Falco, Filebeat, Telegraf, Redis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**Phase 2:** VPC, subnet, security group, EIP, ECS on Huawei Cloud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**Phase 3:** ARIA backend, dashboard, AI response, controlled remediation,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Consolas"/>
              </a:defRPr>
            </a:pPr>
            <a:r>
              <a:t>┌─────────────┐     ┌─────────────────┐     ┌─────────────────────┐</a:t>
            </a:r>
            <a:br/>
            <a:r>
              <a:t>│  Phase 1    │ ──► │    Phase 2      │ ──► │      Phase 3        │</a:t>
            </a:r>
            <a:br/>
            <a:r>
              <a:t>│ Monitoring  │     │  Cloud Infra    │     │ Backend Intelligence│</a:t>
            </a:r>
            <a:br/>
            <a:r>
              <a:t>│ Foundation  │     │  Huawei Cloud   │     │  ARIA Platform      │</a:t>
            </a:r>
            <a:br/>
            <a:r>
              <a:t>└─────────────┘     └─────────────────┘     └─────────────────────┘</a:t>
            </a:r>
            <a:br/>
            <a:r>
              <a:t>   Jan–Feb              Feb–Mar                  Mar–Jul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High-Level Architecture</a:t>
            </a:r>
          </a:p>
        </p:txBody>
      </p:sp>
      <p:pic>
        <p:nvPicPr>
          <p:cNvPr id="4" name="Picture 3" descr="aria_compon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39916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Four-Tier SOC Automation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• **Presentation:** Next.js dashboard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**API:** FastAPI + REST/WebSocket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**Workflow:** Pipeline, correlation, AI engine, operator, runtime, infrastructure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**Data + Integration:** Elasticsearch, Redis, SQLite, Ansible, monitored assets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Deployment Architecture</a:t>
            </a:r>
          </a:p>
        </p:txBody>
      </p:sp>
      <p:pic>
        <p:nvPicPr>
          <p:cNvPr id="4" name="Picture 3" descr="cloud_deploym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3485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Brain VM + Monitored VM on Huawei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• Public Elastic IP → Security Group → ECS instances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Brain VM hosts Elasticsearch, Kibana, Redis, ARIA backend, frontend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Monitored VM runs Wazuh agent, Filebeat, Falco, Telegraf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**Elasticsearch and Redis remain internal only**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1: Visibility Layers &amp; Tools</a:t>
            </a:r>
          </a:p>
        </p:txBody>
      </p:sp>
      <p:pic>
        <p:nvPicPr>
          <p:cNvPr id="4" name="Picture 3" descr="phase1_visibility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3362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Monitoring Foundation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5394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Wazuh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Suricata + Filebeat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Falco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Telegraf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Cache /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**Redis**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9204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1: Data Flow</a:t>
            </a:r>
          </a:p>
        </p:txBody>
      </p:sp>
      <p:pic>
        <p:nvPicPr>
          <p:cNvPr id="4" name="Picture 3" descr="monitoring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17788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From Agents to Elasticsearch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/>
            </a:pPr>
            <a:r>
              <a:t>1. Wazuh, Suricata, Falco, Telegraf produce events</a:t>
            </a:r>
          </a:p>
          <a:p>
            <a:pPr>
              <a:defRPr sz="1500"/>
            </a:pPr>
            <a:r>
              <a:t>2. Filebeat / Falcosidekick forward to Elasticsearch</a:t>
            </a:r>
          </a:p>
          <a:p>
            <a:pPr>
              <a:defRPr sz="1500"/>
            </a:pPr>
            <a:r>
              <a:t>3. Kibana visualizes raw telemetry</a:t>
            </a:r>
          </a:p>
          <a:p>
            <a:pPr>
              <a:defRPr sz="1500"/>
            </a:pPr>
            <a:r>
              <a:t>4. ARIA polls the same Elasticsearch indices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Central Setup Script Flow</a:t>
            </a:r>
          </a:p>
        </p:txBody>
      </p:sp>
      <p:pic>
        <p:nvPicPr>
          <p:cNvPr id="4" name="Picture 3" descr="act_central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190770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Automated Foundation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• One orchestrator script installs every component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Per-component flags allow selective reinstall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Each script is idempotent: detect → remove → install → configure → verify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Hardening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Central Server Security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Firewall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SSH brute-force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Service exposure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TLS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Secrets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92040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Validation: service health checks + Kibana index verification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2: Huawei Cloud Topology</a:t>
            </a:r>
          </a:p>
        </p:txBody>
      </p:sp>
      <p:pic>
        <p:nvPicPr>
          <p:cNvPr id="4" name="Picture 3" descr="phase2_huawei_cloud_enviro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40567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Cloud Resources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5394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VPC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Subnet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Security Group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Elastic IP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ECS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9204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Strategy &amp; 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Exposure Principles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Exposure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3001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ARIA frontend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8001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ARIA backend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9200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Elasticsearch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5601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Kibana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6379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Redis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1514/1515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Wazuh agent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55000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Wazuh API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1500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**Rule:** Elasticsearch and Redis are **never** exposed to the public internet.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12-Step Intelligence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From Raw Alert to Closed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/>
            </a:pPr>
            <a:r>
              <a:t>1. **Ingestion** — poll Elasticsearch every 10 s</a:t>
            </a:r>
          </a:p>
          <a:p>
            <a:pPr>
              <a:defRPr sz="1500"/>
            </a:pPr>
            <a:r>
              <a:t>2. **Mapping** — source-specific mappers normalize alerts</a:t>
            </a:r>
          </a:p>
          <a:p>
            <a:pPr>
              <a:defRPr sz="1500"/>
            </a:pPr>
            <a:r>
              <a:t>3. **Enrichment** — GeoIP, MITRE ATT&amp;CK, IOCs</a:t>
            </a:r>
          </a:p>
          <a:p>
            <a:pPr>
              <a:defRPr sz="1500"/>
            </a:pPr>
            <a:r>
              <a:t>4. **Deduplication / noise filtering** — Redis + Sigma + DB</a:t>
            </a:r>
          </a:p>
          <a:p>
            <a:pPr>
              <a:defRPr sz="1500"/>
            </a:pPr>
            <a:r>
              <a:t>5. **SQLite storage** — operational shadow database</a:t>
            </a:r>
          </a:p>
          <a:p>
            <a:pPr>
              <a:defRPr sz="1500"/>
            </a:pPr>
            <a:r>
              <a:t>6. **Correlation** — group alerts into incidents</a:t>
            </a:r>
          </a:p>
          <a:p>
            <a:pPr>
              <a:defRPr sz="1500"/>
            </a:pPr>
            <a:r>
              <a:t>7. **Investigation** — create case and build context</a:t>
            </a:r>
          </a:p>
          <a:p>
            <a:pPr>
              <a:defRPr sz="1500"/>
            </a:pPr>
            <a:r>
              <a:t>8. **AI analysis** — summary, narrative, risk, playbook</a:t>
            </a:r>
          </a:p>
          <a:p>
            <a:pPr>
              <a:defRPr sz="1500"/>
            </a:pPr>
            <a:r>
              <a:t>9. **Approval** — analyst review + admin-secret gate</a:t>
            </a:r>
          </a:p>
          <a:p>
            <a:pPr>
              <a:defRPr sz="1500"/>
            </a:pPr>
            <a:r>
              <a:t>10. **Execution** — Ansible playbook on target host</a:t>
            </a:r>
          </a:p>
          <a:p>
            <a:pPr>
              <a:defRPr sz="1500"/>
            </a:pPr>
            <a:r>
              <a:t>11. **Verification** — re-check evidence / remote state</a:t>
            </a:r>
          </a:p>
          <a:p>
            <a:pPr>
              <a:defRPr sz="1500"/>
            </a:pPr>
            <a:r>
              <a:t>12. **Archive + dashboards** — close case with audit trail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Alert Ingestion</a:t>
            </a:r>
          </a:p>
        </p:txBody>
      </p:sp>
      <p:pic>
        <p:nvPicPr>
          <p:cNvPr id="4" name="Picture 3" descr="phase3_cursor_po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10268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Cursor-Based Polling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• Per-source cursor stored in Redis (file fallback)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Query only events newer than the cursor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Adaptive sleep: fast during bursts, quiet during idle periods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Each source polled asynchronously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Normalization</a:t>
            </a:r>
          </a:p>
        </p:txBody>
      </p:sp>
      <p:pic>
        <p:nvPicPr>
          <p:cNvPr id="4" name="Picture 3" descr="phase3_raw_to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216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Raw Document → Clean SOC Alert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Common fields regardless of source: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title, severity, source, timestamp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source/destination IP, hostname, rule name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dedup_key, asset_id, IOCs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alert_metadata: geoip, mitre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Deduplication &amp; Noise Filtering</a:t>
            </a:r>
          </a:p>
        </p:txBody>
      </p:sp>
      <p:pic>
        <p:nvPicPr>
          <p:cNvPr id="4" name="Picture 3" descr="phase3_aler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1735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Fighting Alert Fatigue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5394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Deduplication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Noise filtering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Whitelist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069080"/>
            <a:ext cx="53949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Order matters: dedup → filter → enrich → correlate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Incident Correlation</a:t>
            </a:r>
          </a:p>
        </p:txBody>
      </p:sp>
      <p:pic>
        <p:nvPicPr>
          <p:cNvPr id="4" name="Picture 3" descr="phase3_incident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9255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From Alerts to Incidents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• Group by source IP, destination IP, hostname, user, container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Time-windowed and indicator-based logic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13 attack-type categories: brute force, malware, web attack, cryptomining, container escape, etc.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Investigation Lifecycle</a:t>
            </a:r>
          </a:p>
        </p:txBody>
      </p:sp>
      <p:pic>
        <p:nvPicPr>
          <p:cNvPr id="4" name="Picture 3" descr="investigation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63056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Explicit State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pending → awaiting_approval → approved/declined → running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↓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completed/failed → archived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Every action is derived from the current state — no ambiguous transitions.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Consolas"/>
              </a:defRPr>
            </a:pPr>
            <a:r>
              <a:t>pending → awaiting_approval → approved/declined → running</a:t>
            </a:r>
            <a:br/>
            <a:r>
              <a:t>                                  ↓</a:t>
            </a:r>
            <a:br/>
            <a:r>
              <a:t>                         completed/failed → archived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Response Engine</a:t>
            </a:r>
          </a:p>
        </p:txBody>
      </p:sp>
      <p:pic>
        <p:nvPicPr>
          <p:cNvPr id="4" name="Picture 3" descr="phase3_ai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202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Context → LLM → Structured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• Build structured context: timeline, indicators, MITRE, host info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Route to configured LLM (local Ollama / cloud fallback)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Parse structured output: summary, narrative, risk, playbook YAML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Fallback parsing + rule-based generation on malformed output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Approval → Execution → Verification → Archive</a:t>
            </a:r>
          </a:p>
        </p:txBody>
      </p:sp>
      <p:pic>
        <p:nvPicPr>
          <p:cNvPr id="4" name="Picture 3" descr="phase3_approval_exec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2024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Human-in-the-Loop Remediation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/>
            </a:pPr>
            <a:r>
              <a:t>1. AI proposes playbook</a:t>
            </a:r>
          </a:p>
          <a:p>
            <a:pPr>
              <a:defRPr sz="1500"/>
            </a:pPr>
            <a:r>
              <a:t>2. Safety tier + admin-secret gate</a:t>
            </a:r>
          </a:p>
          <a:p>
            <a:pPr>
              <a:defRPr sz="1500"/>
            </a:pPr>
            <a:r>
              <a:t>3. Analyst approves / edits / declines</a:t>
            </a:r>
          </a:p>
          <a:p>
            <a:pPr>
              <a:defRPr sz="1500"/>
            </a:pPr>
            <a:r>
              <a:t>4. Ansible executes on scoped asset</a:t>
            </a:r>
          </a:p>
          <a:p>
            <a:pPr>
              <a:defRPr sz="1500"/>
            </a:pPr>
            <a:r>
              <a:t>5. Verifier re-checks Elasticsearch / remote state</a:t>
            </a:r>
          </a:p>
          <a:p>
            <a:pPr>
              <a:defRPr sz="1500"/>
            </a:pPr>
            <a:r>
              <a:t>6. Case archived with full audit log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 Monitoring &amp; Remediation</a:t>
            </a:r>
          </a:p>
        </p:txBody>
      </p:sp>
      <p:pic>
        <p:nvPicPr>
          <p:cNvPr id="4" name="Picture 3" descr="phase3_performance_remed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1518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Metric-Driven Auto-Response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539496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5212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Auto-action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</a:tr>
              <a:tr h="5212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500 MB/s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8056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30-minute cooldown per anomaly type.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IPS Attack Visualization</a:t>
            </a:r>
          </a:p>
        </p:txBody>
      </p:sp>
      <p:pic>
        <p:nvPicPr>
          <p:cNvPr id="4" name="Picture 3" descr="feature_ips_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5206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GeoIP-Enabled Situational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• Map attack sources by country / coordinates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Per-country breakdown, statistics, filters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Answers: “Where is this traffic coming from?”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Assistant &amp; AI Operator</a:t>
            </a:r>
          </a:p>
        </p:txBody>
      </p:sp>
      <p:pic>
        <p:nvPicPr>
          <p:cNvPr id="4" name="Picture 3" descr="phase3_ai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2747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Two AI Interaction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**AI Assistant** — chat-style Q&amp;A about alerts, incidents, infrastructure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**AI Operator** — guided diagnostic / remediation actions with safety checks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Frontend Navigation Map</a:t>
            </a:r>
          </a:p>
        </p:txBody>
      </p:sp>
      <p:pic>
        <p:nvPicPr>
          <p:cNvPr id="4" name="Picture 3" descr="frontend_naviga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47581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Dashboard 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Sidebar groups: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Overview: dashboard, search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Security Operations: alerts, incidents, investigations, IPS map, whitelist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Infrastructure &amp; Performance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Runtime Security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AI Intelligence: assistant, operator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System Management: archives, settings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Operational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Representative screenshots: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Dashboard overview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Alerts list + detail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Incident timeline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Investigation AI result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IPS world map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Runtime security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Infrastructure metrics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AI assistant chat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Settings / assets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All views respect the selected `asset_id` scope.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End-to-End SOC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Alert → Incident → Investigation → Remediation →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Wazuh SSH brute-force alert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↓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Normalized + enriched (GeoIP, MITRE T1110)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↓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Correlated into incident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↓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AI generates summary + Ansible playbook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↓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Analyst approves (admin-secret gate)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↓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Ansible blocks source IP + hardens sshd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↓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Verifier confirms no new brute-force events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↓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Case archived with audit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Consolas"/>
              </a:defRPr>
            </a:pPr>
            <a:r>
              <a:t>Wazuh SSH brute-force alert</a:t>
            </a:r>
            <a:br/>
            <a:r>
              <a:t>        ↓</a:t>
            </a:r>
            <a:br/>
            <a:r>
              <a:t>   Normalized + enriched (GeoIP, MITRE T1110)</a:t>
            </a:r>
            <a:br/>
            <a:r>
              <a:t>        ↓</a:t>
            </a:r>
            <a:br/>
            <a:r>
              <a:t>   Correlated into incident</a:t>
            </a:r>
            <a:br/>
            <a:r>
              <a:t>        ↓</a:t>
            </a:r>
            <a:br/>
            <a:r>
              <a:t>   AI generates summary + Ansible playbook</a:t>
            </a:r>
            <a:br/>
            <a:r>
              <a:t>        ↓</a:t>
            </a:r>
            <a:br/>
            <a:r>
              <a:t>   Analyst approves (admin-secret gate)</a:t>
            </a:r>
            <a:br/>
            <a:r>
              <a:t>        ↓</a:t>
            </a:r>
            <a:br/>
            <a:r>
              <a:t>   Ansible blocks source IP + hardens sshd</a:t>
            </a:r>
            <a:br/>
            <a:r>
              <a:t>        ↓</a:t>
            </a:r>
            <a:br/>
            <a:r>
              <a:t>   Verifier confirms no new brute-force events</a:t>
            </a:r>
            <a:br/>
            <a:r>
              <a:t>        ↓</a:t>
            </a:r>
            <a:br/>
            <a:r>
              <a:t>   Case archived with audit trail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Onboarding a New Server</a:t>
            </a:r>
          </a:p>
        </p:txBody>
      </p:sp>
      <p:pic>
        <p:nvPicPr>
          <p:cNvPr id="4" name="Picture 3" descr="act_monitored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14980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From Bare Metal to Scoped Asset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/>
            </a:pPr>
            <a:r>
              <a:t>1. Bootstrap script installs Wazuh agent, Filebeat, Falco, Telegraf</a:t>
            </a:r>
          </a:p>
          <a:p>
            <a:pPr>
              <a:defRPr sz="1500"/>
            </a:pPr>
            <a:r>
              <a:t>2. Registers with central Elasticsearch</a:t>
            </a:r>
          </a:p>
          <a:p>
            <a:pPr>
              <a:defRPr sz="1500"/>
            </a:pPr>
            <a:r>
              <a:t>3. ARIA creates `MonitoredAsset` record</a:t>
            </a:r>
          </a:p>
          <a:p>
            <a:pPr>
              <a:defRPr sz="1500"/>
            </a:pPr>
            <a:r>
              <a:t>4. Source validation confirms data arrival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Asset Payload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What ARIA Needs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{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"name": "dash-linux",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"host": "192.168.1.20",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"sources": {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"wazuh": "wazuh-alerts-4.x-*",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"suricata": "filebeat-*",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"falco": "falco-events-*",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"telegraf": "telegraf-*"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},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"ansible": {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"user": "ansible",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"ssh_key_ref": "dash-linux-key",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"become": true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}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}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Validation queries each source index and reports real document counts.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Consolas"/>
              </a:defRPr>
            </a:pPr>
            <a:r>
              <a:t>{</a:t>
            </a:r>
            <a:br/>
            <a:r>
              <a:t>  "name": "dash-linux",</a:t>
            </a:r>
            <a:br/>
            <a:r>
              <a:t>  "host": "192.168.1.20",</a:t>
            </a:r>
            <a:br/>
            <a:r>
              <a:t>  "sources": {</a:t>
            </a:r>
            <a:br/>
            <a:r>
              <a:t>    "wazuh": "wazuh-alerts-4.x-*",</a:t>
            </a:r>
            <a:br/>
            <a:r>
              <a:t>    "suricata": "filebeat-*",</a:t>
            </a:r>
            <a:br/>
            <a:r>
              <a:t>    "falco": "falco-events-*",</a:t>
            </a:r>
            <a:br/>
            <a:r>
              <a:t>    "telegraf": "telegraf-*"</a:t>
            </a:r>
            <a:br/>
            <a:r>
              <a:t>  },</a:t>
            </a:r>
            <a:br/>
            <a:r>
              <a:t>  "ansible": {</a:t>
            </a:r>
            <a:br/>
            <a:r>
              <a:t>    "user": "ansible",</a:t>
            </a:r>
            <a:br/>
            <a:r>
              <a:t>    "ssh_key_ref": "dash-linux-key",</a:t>
            </a:r>
            <a:br/>
            <a:r>
              <a:t>    "become": true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Production Deployment Workflow</a:t>
            </a:r>
          </a:p>
        </p:txBody>
      </p:sp>
      <p:pic>
        <p:nvPicPr>
          <p:cNvPr id="4" name="Picture 3" descr="seq_production_roll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669280" cy="29648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Staged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/>
            </a:pPr>
            <a:r>
              <a:t>1. Build frontend and backend images</a:t>
            </a:r>
          </a:p>
          <a:p>
            <a:pPr>
              <a:defRPr sz="1500"/>
            </a:pPr>
            <a:r>
              <a:t>2. Push to registry / copy to host</a:t>
            </a:r>
          </a:p>
          <a:p>
            <a:pPr>
              <a:defRPr sz="1500"/>
            </a:pPr>
            <a:r>
              <a:t>3. Deploy Redis, API, worker, frontend services</a:t>
            </a:r>
          </a:p>
          <a:p>
            <a:pPr>
              <a:defRPr sz="1500"/>
            </a:pPr>
            <a:r>
              <a:t>4. Run health checks and API smoke tests</a:t>
            </a:r>
          </a:p>
          <a:p>
            <a:pPr>
              <a:defRPr sz="1500"/>
            </a:pPr>
            <a:r>
              <a:t>5. Enable pipeline pollers</a:t>
            </a:r>
          </a:p>
          <a:p>
            <a:pPr>
              <a:defRPr sz="1500"/>
            </a:pPr>
            <a:r>
              <a:t>6. Validate first alert → incident → investigation flow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What ARIA Must 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447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FR-01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FR-02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FR-03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FR-04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FR-05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FR-06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FR-07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FR-08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FR-09</a:t>
                      </a:r>
                    </a:p>
                  </a:txBody>
                  <a:tcPr/>
                </a:tc>
              </a:tr>
              <a:tr h="4447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FR-10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766560"/>
            <a:ext cx="11247120" cy="-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Non-Functional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Quality Targets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8985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Reliability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Scalability</a:t>
                      </a:r>
                    </a:p>
                  </a:txBody>
                  <a:tcPr/>
                </a:tc>
              </a:tr>
              <a:tr h="4898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Auditability</a:t>
                      </a:r>
                    </a:p>
                  </a:txBody>
                  <a:tcPr/>
                </a:tc>
              </a:tr>
              <a:tr h="4898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Maintainability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035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Methodology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Agile Iterative, 2-Week Sprints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>
                <a:solidFill>
                  <a:srgbClr val="222222"/>
                </a:solidFill>
              </a:defRPr>
            </a:pPr>
            <a:r>
              <a:t>• **Methodology:** phased iterative with 2-week validation sprints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**Sprint rhythm:** plan → implement → test → demo → document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• **Test levels:**</a:t>
            </a:r>
          </a:p>
          <a:p>
            <a:pPr lvl="1">
              <a:defRPr sz="1400"/>
            </a:pPr>
            <a:r>
              <a:t>◦ Unit tests (pytest)</a:t>
            </a:r>
          </a:p>
          <a:p>
            <a:pPr lvl="1">
              <a:defRPr sz="1400"/>
            </a:pPr>
            <a:r>
              <a:t>◦ Integration tests (API + DB + Redis)</a:t>
            </a:r>
          </a:p>
          <a:p>
            <a:pPr lvl="1">
              <a:defRPr sz="1400"/>
            </a:pPr>
            <a:r>
              <a:t>◦ Functional tests (end-to-end alert → archive)</a:t>
            </a:r>
          </a:p>
          <a:p>
            <a:pPr lvl="1">
              <a:defRPr sz="1400"/>
            </a:pPr>
            <a:r>
              <a:t>◦ Security tests (admin-secret bypass attempts)</a:t>
            </a:r>
          </a:p>
          <a:p>
            <a:pPr lvl="1">
              <a:defRPr sz="1400"/>
            </a:pPr>
            <a:r>
              <a:t>◦ Performance tests (poller throughput)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 &amp;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What Was Built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471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447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6DA8"/>
                    </a:solidFill>
                  </a:tcPr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Python backend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TypeScript frontend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API routes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DB models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Backend modules compiled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Automated tests passed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API root health check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Alerts ingested</a:t>
                      </a:r>
                    </a:p>
                  </a:txBody>
                  <a:tcPr/>
                </a:tc>
              </a:tr>
              <a:tr h="4447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Incidents created</a:t>
                      </a:r>
                    </a:p>
                  </a:txBody>
                  <a:tcPr/>
                </a:tc>
              </a:tr>
              <a:tr h="4447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Investigations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766560"/>
            <a:ext cx="11247120" cy="-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222222"/>
                </a:solidFill>
              </a:defRPr>
            </a:pPr>
            <a:r>
              <a:t>**Validation:** backend compiles, API root 200 OK, multi-server activation, admin-secret verification, frontend build success.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 /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DA8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6DA8"/>
                </a:solidFill>
              </a:defRPr>
            </a:pPr>
            <a:r>
              <a:t>**ARIA**</a:t>
            </a:r>
          </a:p>
          <a:p>
            <a:pPr>
              <a:defRPr sz="1600" b="1"/>
            </a:pPr>
            <a:r>
              <a:t>Adaptive Response Intelligence Automation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**Ghazi Mabrouki**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PFE — ESPRIT University</a:t>
            </a:r>
          </a:p>
          <a:p>
            <a:pPr>
              <a:defRPr sz="1500">
                <a:solidFill>
                  <a:srgbClr val="222222"/>
                </a:solidFill>
              </a:defRPr>
            </a:pPr>
            <a:r>
              <a:t>Huawei Technologies — Tunis, Tunisia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