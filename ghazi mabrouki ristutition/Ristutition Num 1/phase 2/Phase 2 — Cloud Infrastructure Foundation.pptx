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6256000" cy="9144000"/>
  <p:notesSz cx="9144000" cy="16256000"/>
  <p:embeddedFontLst>
    <p:embeddedFont>
      <p:font typeface="Liter" charset="-122" pitchFamily="34"/>
      <p:regular r:id="rId10"/>
    </p:embeddedFont>
    <p:embeddedFont>
      <p:font typeface="Quattrocento Sans" charset="-122" pitchFamily="34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yjgw3dienus4/mnt/agents/output/cloud_infra/images/5_Build_better_cloud_infrastructure.png">    </p:cNvPr>
          <p:cNvPicPr>
            <a:picLocks noChangeAspect="1"/>
          </p:cNvPicPr>
          <p:nvPr/>
        </p:nvPicPr>
        <p:blipFill>
          <a:blip r:embed="rId1"/>
          <a:srcRect l="3824" r="382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19">
                  <a:alpha val="94000"/>
                </a:srgbClr>
              </a:gs>
              <a:gs pos="40000">
                <a:srgbClr val="141419">
                  <a:alpha val="82000"/>
                </a:srgbClr>
              </a:gs>
              <a:gs pos="100000">
                <a:srgbClr val="141419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30480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spc="200" kern="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4400" dirty="0"/>
          </a:p>
          <a:p>
            <a:pPr algn="ctr">
              <a:lnSpc>
                <a:spcPct val="100000"/>
              </a:lnSpc>
            </a:pPr>
            <a:r>
              <a:rPr lang="en-US" sz="4400" spc="200" kern="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 FOUNDATION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921000" y="4889500"/>
            <a:ext cx="10414000" cy="635000"/>
          </a:xfrm>
          <a:prstGeom prst="rect">
            <a:avLst/>
          </a:prstGeom>
          <a:solidFill>
            <a:srgbClr val="141419">
              <a:alpha val="66667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95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5A5A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Deploying the SOC Platform on Huawei Cloud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0" y="5715000"/>
            <a:ext cx="2540000" cy="38100"/>
          </a:xfrm>
          <a:prstGeom prst="rect">
            <a:avLst/>
          </a:prstGeom>
          <a:solidFill>
            <a:srgbClr val="C75B2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 Architecture &amp;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890000" y="1270000"/>
            <a:ext cx="0" cy="7048500"/>
          </a:xfrm>
          <a:prstGeom prst="straightConnector1">
            <a:avLst/>
          </a:prstGeom>
          <a:noFill/>
          <a:ln w="12700">
            <a:solidFill>
              <a:srgbClr val="5A5A66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270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spc="200" kern="0" dirty="0">
                <a:solidFill>
                  <a:srgbClr val="5A5A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INFRASTRUCTURE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600200"/>
            <a:ext cx="762000" cy="38100"/>
          </a:xfrm>
          <a:prstGeom prst="rect">
            <a:avLst/>
          </a:prstGeom>
          <a:solidFill>
            <a:srgbClr val="C75B2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03400"/>
            <a:ext cx="7874000" cy="457200"/>
          </a:xfrm>
          <a:prstGeom prst="rect">
            <a:avLst/>
          </a:prstGeom>
          <a:solidFill>
            <a:srgbClr val="C75B2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03400"/>
            <a:ext cx="787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Huawei Cloud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99000" y="2260600"/>
            <a:ext cx="0" cy="228600"/>
          </a:xfrm>
          <a:prstGeom prst="straightConnector1">
            <a:avLst/>
          </a:prstGeom>
          <a:noFill/>
          <a:ln w="25400">
            <a:solidFill>
              <a:srgbClr val="5A5A66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762000" y="2565400"/>
            <a:ext cx="7874000" cy="457200"/>
          </a:xfrm>
          <a:prstGeom prst="rect">
            <a:avLst/>
          </a:prstGeom>
          <a:solidFill>
            <a:srgbClr val="1E1E2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565400"/>
            <a:ext cx="787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VPC / Private Network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99000" y="3022600"/>
            <a:ext cx="0" cy="203200"/>
          </a:xfrm>
          <a:prstGeom prst="straightConnector1">
            <a:avLst/>
          </a:prstGeom>
          <a:noFill/>
          <a:ln w="25400">
            <a:solidFill>
              <a:srgbClr val="5A5A66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62000" y="3327400"/>
            <a:ext cx="3810000" cy="431800"/>
          </a:xfrm>
          <a:prstGeom prst="rect">
            <a:avLst/>
          </a:prstGeom>
          <a:solidFill>
            <a:srgbClr val="1E1E2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3327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Subnet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26000" y="3327400"/>
            <a:ext cx="3810000" cy="431800"/>
          </a:xfrm>
          <a:prstGeom prst="rect">
            <a:avLst/>
          </a:prstGeom>
          <a:solidFill>
            <a:srgbClr val="1E1E2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6000" y="3327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Group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67000" y="3759200"/>
            <a:ext cx="0" cy="304800"/>
          </a:xfrm>
          <a:prstGeom prst="straightConnector1">
            <a:avLst/>
          </a:prstGeom>
          <a:noFill/>
          <a:ln w="25400">
            <a:solidFill>
              <a:srgbClr val="5A5A6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62000" y="4064000"/>
            <a:ext cx="7874000" cy="2730500"/>
          </a:xfrm>
          <a:prstGeom prst="rect">
            <a:avLst/>
          </a:prstGeom>
          <a:solidFill>
            <a:srgbClr val="1E1E26"/>
          </a:solidFill>
          <a:ln w="25400">
            <a:solidFill>
              <a:srgbClr val="C75B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000" y="4191000"/>
            <a:ext cx="736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 Virtual Machine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64 vCPU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C75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128 GB RAM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C75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100 GB Storage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Ubuntu Server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C75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 IP 193.95.30.97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75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 Monitoring Stack: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Elasticsearch, Kibana, Wazuh, Suricata,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Falco, Telegraf, Filebeat, Docker Runtime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1270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spc="200" kern="0" dirty="0">
                <a:solidFill>
                  <a:srgbClr val="5A5A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ECS VM SPECIFICATIONS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0" y="1600200"/>
            <a:ext cx="762000" cy="38100"/>
          </a:xfrm>
          <a:prstGeom prst="rect">
            <a:avLst/>
          </a:prstGeom>
          <a:solidFill>
            <a:srgbClr val="C75B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841500"/>
            <a:ext cx="6604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vCPU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0" y="2984500"/>
            <a:ext cx="6604000" cy="12700"/>
          </a:xfrm>
          <a:prstGeom prst="rect">
            <a:avLst/>
          </a:prstGeom>
          <a:solidFill>
            <a:srgbClr val="5A5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3175000"/>
            <a:ext cx="6604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128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GB RAM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0" y="4318000"/>
            <a:ext cx="6604000" cy="12700"/>
          </a:xfrm>
          <a:prstGeom prst="rect">
            <a:avLst/>
          </a:prstGeom>
          <a:solidFill>
            <a:srgbClr val="5A5A6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4508500"/>
            <a:ext cx="6604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GB Storage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0" y="5651500"/>
            <a:ext cx="6604000" cy="12700"/>
          </a:xfrm>
          <a:prstGeom prst="rect">
            <a:avLst/>
          </a:prstGeom>
          <a:solidFill>
            <a:srgbClr val="5A5A6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5842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5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Ubuntu Server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5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IP: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193.95.30.97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0" y="6921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5A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covers OS, Elasticsearch indices, Wazuh data, Suricata logs, Filebeat state, Telegraf metrics, Docker files, and configurations.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5A5A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 system disk, data storage, and backup storage logically for future scalability.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8763000"/>
            <a:ext cx="16256000" cy="25400"/>
          </a:xfrm>
          <a:prstGeom prst="rect">
            <a:avLst/>
          </a:prstGeom>
          <a:solidFill>
            <a:srgbClr val="C75B2E"/>
          </a:solidFill>
          <a:ln/>
        </p:spPr>
      </p:sp>
      <p:sp>
        <p:nvSpPr>
          <p:cNvPr id="30" name="Text 28"/>
          <p:cNvSpPr/>
          <p:nvPr/>
        </p:nvSpPr>
        <p:spPr>
          <a:xfrm>
            <a:off x="11938000" y="8864600"/>
            <a:ext cx="355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5A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2 — CLOUD INFRASTRUCTURE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Group Strategy &amp; Project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spc="200" kern="0" dirty="0">
                <a:solidFill>
                  <a:srgbClr val="5A5A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 GROUP RULES — CLOUD FIREWALL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C75B2E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3429000"/>
        </p:xfrm>
        <a:graphic>
          <a:graphicData uri="http://schemas.openxmlformats.org/drawingml/2006/table">
            <a:tbl>
              <a:tblPr/>
              <a:tblGrid>
                <a:gridCol w="3830320"/>
                <a:gridCol w="2062480"/>
                <a:gridCol w="88392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Exposure Recommendation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 only from admin IP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5601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Restrict to admin / VPN / public only if required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9200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A8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 not expose publicly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Agent Events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 only if external agents are used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Agent Registration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 only if external agents are used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API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8000 / 8001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Restrict or expose through reverse proxy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 / HTTPS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 / 443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only with reverse proxy and TLS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270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spc="200" kern="0" dirty="0">
                <a:solidFill>
                  <a:srgbClr val="5A5A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THIS PHASE SUPPORTS THE PROJECT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2000" y="5600700"/>
            <a:ext cx="762000" cy="38100"/>
          </a:xfrm>
          <a:prstGeom prst="rect">
            <a:avLst/>
          </a:prstGeom>
          <a:solidFill>
            <a:srgbClr val="C75B2E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5778500"/>
            <a:ext cx="6858000" cy="355600"/>
          </a:xfrm>
          <a:prstGeom prst="rect">
            <a:avLst/>
          </a:prstGeom>
          <a:solidFill>
            <a:srgbClr val="1E1E2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2000" y="5778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Huawei Cloud Infrastructure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91000" y="6134100"/>
            <a:ext cx="0" cy="76200"/>
          </a:xfrm>
          <a:prstGeom prst="straightConnector1">
            <a:avLst/>
          </a:prstGeom>
          <a:noFill/>
          <a:ln w="25400">
            <a:solidFill>
              <a:srgbClr val="C75B2E"/>
            </a:solidFill>
            <a:prstDash val="solid"/>
            <a:headEnd type="none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762000" y="6210300"/>
            <a:ext cx="6858000" cy="355600"/>
          </a:xfrm>
          <a:prstGeom prst="rect">
            <a:avLst/>
          </a:prstGeom>
          <a:solidFill>
            <a:srgbClr val="1E1E2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2000" y="62103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Ubuntu ECS VM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91000" y="6565900"/>
            <a:ext cx="0" cy="76200"/>
          </a:xfrm>
          <a:prstGeom prst="straightConnector1">
            <a:avLst/>
          </a:prstGeom>
          <a:noFill/>
          <a:ln w="25400">
            <a:solidFill>
              <a:srgbClr val="C75B2E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762000" y="6642100"/>
            <a:ext cx="6858000" cy="355600"/>
          </a:xfrm>
          <a:prstGeom prst="rect">
            <a:avLst/>
          </a:prstGeom>
          <a:solidFill>
            <a:srgbClr val="1E1E2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2000" y="66421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 Monitoring Tools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91000" y="6997700"/>
            <a:ext cx="0" cy="76200"/>
          </a:xfrm>
          <a:prstGeom prst="straightConnector1">
            <a:avLst/>
          </a:prstGeom>
          <a:noFill/>
          <a:ln w="25400">
            <a:solidFill>
              <a:srgbClr val="C75B2E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762000" y="7073900"/>
            <a:ext cx="6858000" cy="355600"/>
          </a:xfrm>
          <a:prstGeom prst="rect">
            <a:avLst/>
          </a:prstGeom>
          <a:solidFill>
            <a:srgbClr val="1E1E2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2000" y="70739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+ Kibana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191000" y="7429500"/>
            <a:ext cx="0" cy="76200"/>
          </a:xfrm>
          <a:prstGeom prst="straightConnector1">
            <a:avLst/>
          </a:prstGeom>
          <a:noFill/>
          <a:ln w="25400">
            <a:solidFill>
              <a:srgbClr val="C75B2E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762000" y="7505700"/>
            <a:ext cx="6858000" cy="355600"/>
          </a:xfrm>
          <a:prstGeom prst="rect">
            <a:avLst/>
          </a:prstGeom>
          <a:solidFill>
            <a:srgbClr val="1E1E2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2000" y="75057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Intelligence Layer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191000" y="7861300"/>
            <a:ext cx="0" cy="76200"/>
          </a:xfrm>
          <a:prstGeom prst="straightConnector1">
            <a:avLst/>
          </a:prstGeom>
          <a:noFill/>
          <a:ln w="25400">
            <a:solidFill>
              <a:srgbClr val="C75B2E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762000" y="7937500"/>
            <a:ext cx="6858000" cy="355600"/>
          </a:xfrm>
          <a:prstGeom prst="rect">
            <a:avLst/>
          </a:prstGeom>
          <a:solidFill>
            <a:srgbClr val="C75B2E"/>
          </a:solidFill>
          <a:ln/>
        </p:spPr>
      </p:sp>
      <p:sp>
        <p:nvSpPr>
          <p:cNvPr id="24" name="Text 21"/>
          <p:cNvSpPr/>
          <p:nvPr/>
        </p:nvSpPr>
        <p:spPr>
          <a:xfrm>
            <a:off x="762000" y="7937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Incidents / Investigations / Response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28000" y="5334000"/>
            <a:ext cx="7366000" cy="2984500"/>
          </a:xfrm>
          <a:prstGeom prst="rect">
            <a:avLst/>
          </a:prstGeom>
          <a:solidFill>
            <a:srgbClr val="1E1E26"/>
          </a:solidFill>
          <a:ln w="25400">
            <a:solidFill>
              <a:srgbClr val="C75B2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28000" y="5334000"/>
            <a:ext cx="50800" cy="2984500"/>
          </a:xfrm>
          <a:prstGeom prst="rect">
            <a:avLst/>
          </a:prstGeom>
          <a:solidFill>
            <a:srgbClr val="C75B2E"/>
          </a:solidFill>
          <a:ln/>
        </p:spPr>
      </p:sp>
      <p:sp>
        <p:nvSpPr>
          <p:cNvPr id="27" name="Text 24"/>
          <p:cNvSpPr/>
          <p:nvPr/>
        </p:nvSpPr>
        <p:spPr>
          <a:xfrm>
            <a:off x="8445500" y="54864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Security Principle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445500" y="5943600"/>
            <a:ext cx="673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must remain internal.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Kibana and SSH access strictly restricted to authorized sources only.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foundation hosts the complete SOC stack and enables secure expansion in later phases.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75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Connects theoretical architecture to real operations.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0" y="8763000"/>
            <a:ext cx="16256000" cy="25400"/>
          </a:xfrm>
          <a:prstGeom prst="rect">
            <a:avLst/>
          </a:prstGeom>
          <a:solidFill>
            <a:srgbClr val="C75B2E"/>
          </a:solidFill>
          <a:ln/>
        </p:spPr>
      </p:sp>
      <p:sp>
        <p:nvSpPr>
          <p:cNvPr id="30" name="Text 27"/>
          <p:cNvSpPr/>
          <p:nvPr/>
        </p:nvSpPr>
        <p:spPr>
          <a:xfrm>
            <a:off x="11938000" y="8864600"/>
            <a:ext cx="355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5A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2 — CLOUD INFRASTRUCTURE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— Cloud Infrastructure Foundation</dc:title>
  <dc:subject>Phase 2 — Cloud Infrastructure Foundation</dc:subject>
  <dc:creator>Kimi</dc:creator>
  <cp:lastModifiedBy>Kimi</cp:lastModifiedBy>
  <cp:revision>1</cp:revision>
  <dcterms:created xsi:type="dcterms:W3CDTF">2026-04-28T11:30:19Z</dcterms:created>
  <dcterms:modified xsi:type="dcterms:W3CDTF">2026-04-28T11:30:19Z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{"Label":"Phase 2 — Cloud Infrastructure Foundation","ContentProducer":"001191110108MACG2KBH8F10000","ProduceID":"19dd3d74-0ca2-854a-8000-00005b023d80","ReservedCode1":"","ContentPropagator":"001191110108MACG2KBH8F20000","PropagateID":"19dd3d74-0ca2-854a-8000-00005b023d80","ReservedCode2":""}</vt:lpwstr>
  </property>
</Properties>
</file>