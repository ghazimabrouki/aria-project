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6256000" cy="9144000"/>
  <p:notesSz cx="9144000" cy="16256000"/>
  <p:embeddedFontLst>
    <p:embeddedFont>
      <p:font typeface="Quattrocento Sans" charset="-122" pitchFamily="34"/>
      <p:regular r:id="rId25"/>
    </p:embeddedFont>
    <p:embeddedFont>
      <p:font typeface="Liter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3302000"/>
            <a:ext cx="5080000" cy="25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0"/>
            <a:ext cx="147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3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BACKEND INTELLIGENCE LAYER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588000" y="4699000"/>
            <a:ext cx="5080000" cy="25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495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Raw Data to Intelligent SOC Operations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18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3D4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OPERATIONS CENTER PLATFORM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6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7780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05000" y="254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Architecture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05000" y="2984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4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idea, global diagram, and platform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93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05000" y="393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Ingestion &amp; Processing Pipeline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4381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4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 1–5: From Elasticsearch polling to incident correlation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33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" y="533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Response, Verification &amp; Archive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5000" y="5778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4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 6–10: Investigation to controlled remediation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731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05000" y="673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Pipeline &amp; Summary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7175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4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Phase 3 logic and presentation synthesis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98000" y="1016000"/>
            <a:ext cx="25400" cy="7112000"/>
          </a:xfrm>
          <a:prstGeom prst="rect">
            <a:avLst/>
          </a:prstGeom>
          <a:solidFill>
            <a:srgbClr val="3D4554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0" y="2540000"/>
            <a:ext cx="5588000" cy="565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Steps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 raw Elasticsearch data into intelligent SOC operations: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Elasticsearch Polling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Alert Transformation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Enrichment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Local Storage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Incident Correlation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Investigation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AI / Rule Analysis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 Approval Workflow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 Ansible Execution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 Fix Verification &amp; Archive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3D4554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064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080000"/>
            <a:ext cx="1524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334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the platform moves from monitoring to intelligent SOC operations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Idea — From Monitoring to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7874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platform already has: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tools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Elasticsearch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Kibana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But Elasticsearch still contains mostly 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raw technical data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role of the backend is to 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 that raw data into SOC intelligence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Raw data → normalized alerts → correlated incidents → investigations → playbooks → verification → archives / dashboards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6096000"/>
            <a:ext cx="7874000" cy="2159000"/>
          </a:xfrm>
          <a:prstGeom prst="rect">
            <a:avLst/>
          </a:prstGeom>
          <a:solidFill>
            <a:srgbClr val="1A1D23"/>
          </a:solidFill>
          <a:ln w="12700">
            <a:solidFill>
              <a:srgbClr val="3D45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6223000"/>
            <a:ext cx="736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is where the platform moves from monitoring to intelligent SOC operations.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backend does not just collect — it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thinks, correlates, decides, and acts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full audit trails.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GLOBAL PHASE 3 DIAGRAM HERE 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3D4554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064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INGESTION &amp; PROCESSING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080000"/>
            <a:ext cx="1524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334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 1 through 5 — From Elasticsearch polling to incident correlation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 — Ingestion and Polling from Elasticsearch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Continuously read new security data from Elasticsearch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7874000" cy="2032000"/>
        </p:xfrm>
        <a:graphic>
          <a:graphicData uri="http://schemas.openxmlformats.org/drawingml/2006/table">
            <a:tbl>
              <a:tblPr/>
              <a:tblGrid>
                <a:gridCol w="2755900"/>
                <a:gridCol w="51181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Source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5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Index Pattern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55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wazuh-alerts-* / wazuh-*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 / Filebeat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suricata-* / filebeat-*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falco-events-* / falco-*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telegraf-*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4572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016500"/>
            <a:ext cx="787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Background forwarder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cursor-based polling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Uses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last processed timestamp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065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@timestamp &gt; cursor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Source discovery, parallel polling, cursor storage, seen-ID checks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Adaptive pacing based on alert volume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6985000"/>
            <a:ext cx="7874000" cy="1143000"/>
          </a:xfrm>
          <a:prstGeom prst="rect">
            <a:avLst/>
          </a:prstGeom>
          <a:solidFill>
            <a:srgbClr val="1A1D23"/>
          </a:solidFill>
          <a:ln w="12700">
            <a:solidFill>
              <a:srgbClr val="3D45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6000" y="7086600"/>
            <a:ext cx="7366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receives only fresh Elasticsearch documents and sends them to the alert processing pipeline.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ES POLLING DIAGRAM HERE ]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 — Transform Raw Documents into Clean Alerts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Normalize different formats into one alert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7874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Wazuh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rule, agent, IPs, severity, MITRE tags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Suricata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signature, IPs, ports, protocol, metadata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Falco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rule, priority, container, process, user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Filebeat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logs and Suricata EVE alerts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Generic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fallback for unknown formats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8895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PROCESSOR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334000"/>
            <a:ext cx="787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mapping → source ID → deduplication → filtering → enrichment → campaign detection → whitelist → persistence →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broadcast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6794500"/>
            <a:ext cx="7874000" cy="1333500"/>
          </a:xfrm>
          <a:prstGeom prst="rect">
            <a:avLst/>
          </a:prstGeom>
          <a:solidFill>
            <a:srgbClr val="1A1D23"/>
          </a:solidFill>
          <a:ln w="12700">
            <a:solidFill>
              <a:srgbClr val="3D45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6896100"/>
            <a:ext cx="736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 alert with source, source_id, title, severity, category, IPs, hostname, tags, IOCs, MITRE techniques, metadata, dedup_key, occurrence_count.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ALERT TRANSFORMATION DIAGRAM HERE 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 — Enrichment and Context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Enrich alerts to make them useful for analysts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7874000" cy="2794000"/>
        </p:xfrm>
        <a:graphic>
          <a:graphicData uri="http://schemas.openxmlformats.org/drawingml/2006/table">
            <a:tbl>
              <a:tblPr/>
              <a:tblGrid>
                <a:gridCol w="2362200"/>
                <a:gridCol w="5511800"/>
              </a:tblGrid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Enrichment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5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554"/>
                    </a:solidFill>
                  </a:tcPr>
                </a:tc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GeoIP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Country, city, ASN, provider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MITRE ATT&amp;CK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Tactics, techniques, tags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IOCs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IPs, domains, hashes, URLs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Campaign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Brute force, port scan, web attack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45513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Whitelist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Trusted IP / host detection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5334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5778500"/>
            <a:ext cx="3683000" cy="1524000"/>
          </a:xfrm>
          <a:prstGeom prst="rect">
            <a:avLst/>
          </a:prstGeom>
          <a:solidFill>
            <a:srgbClr val="1A1D23"/>
          </a:solidFill>
          <a:ln w="12700">
            <a:solidFill>
              <a:srgbClr val="3D45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2500" y="5880100"/>
            <a:ext cx="3302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4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Failed SSH login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35500" y="6286500"/>
            <a:ext cx="508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5334000" y="5778500"/>
            <a:ext cx="3302000" cy="1524000"/>
          </a:xfrm>
          <a:prstGeom prst="rect">
            <a:avLst/>
          </a:prstGeom>
          <a:solidFill>
            <a:srgbClr val="1A1D2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0" y="58801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severity SSH brute-force pattern with GeoIP, MITRE, repeated attempts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ENRICHMENT DIAGRAM HERE ]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 — Local Storage and Data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Local persistence for the SOC workflow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686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 async 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911600"/>
            <a:ext cx="787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Alert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normalized security events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Incident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correlated alert groups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AlertIncidentLink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many-to-many mapping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Investigation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incident analysis context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PlaybookApproval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remediation approvals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PlaybookRun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execution records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FixVerification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post-remediation checks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Archive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closed case storage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7467600"/>
            <a:ext cx="7874000" cy="889000"/>
          </a:xfrm>
          <a:prstGeom prst="rect">
            <a:avLst/>
          </a:prstGeom>
          <a:solidFill>
            <a:srgbClr val="1A1D23"/>
          </a:solidFill>
          <a:ln w="12700">
            <a:solidFill>
              <a:srgbClr val="3D45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7569200"/>
            <a:ext cx="736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Structured local memory of the complete SOC workflow.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DATA MODEL DIAGRAM HERE 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 — Incident Correlation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Correlate related alerts into incidents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SIGNALS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68600"/>
            <a:ext cx="787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 IP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same attacker origin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Hostname / Container ID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same target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 name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same endpoint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 pattern &amp; MITRE tactics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Kill-chain progression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Repeated alerts in time window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588000"/>
            <a:ext cx="7874000" cy="2667000"/>
          </a:xfrm>
          <a:prstGeom prst="rect">
            <a:avLst/>
          </a:prstGeom>
          <a:solidFill>
            <a:srgbClr val="1A1D2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5715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36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detects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scan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Wazuh detects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SSH brute force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same IP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Falco detects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shell activity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One stronger incident with higher 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INCIDENT CORRELATION DIAGRAM HERE 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3D4554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064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RESPONSE, VERIFICATION &amp; ARCHIVE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080000"/>
            <a:ext cx="1524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334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 6 through 10 — From investigation to controlled remediation and verification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6 — Investigation Creation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Create an investigation context for each incident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787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watcher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looks for open incidents and automatically spawns investigations.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33655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 CONTEXT INCLUDES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73500"/>
            <a:ext cx="787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Linked alerts and full timeline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Source IPs and destination IPs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Hostnames, usernames, processes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Domains and network flows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MITRE tactics and techniques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Behavioral patterns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Risk score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attack type classification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INVESTIGATION CREATION DIAGRAM HERE 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7 — AI / Rule-Based Analysis &amp; Playbook 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Analyze and propose a remediation 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/ RULE-BASED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68600"/>
            <a:ext cx="787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Builds context from the investigation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Generates incident summary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Explains the attack chain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Evaluates risk severity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Proposes remediation actions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Generates or selects a playbook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Validates YAML syntax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Prepares result for approval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6223000"/>
            <a:ext cx="7874000" cy="1968500"/>
          </a:xfrm>
          <a:prstGeom prst="rect">
            <a:avLst/>
          </a:prstGeom>
          <a:solidFill>
            <a:srgbClr val="1A1D2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647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6451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6921500"/>
            <a:ext cx="736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does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 the system blindly executes everything. The output goes through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 and validation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first before any action is taken.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AI ANALYSIS DIAGRAM HERE 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8 — Approval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Decide whether remediation is safe before executing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APPROVAL TYPES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68600"/>
            <a:ext cx="787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Manual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analyst reviews and decides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Auto-approved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low-risk cases only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Blocked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critical / high-risk cases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5085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APPROVAL LOGIC USES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991100"/>
            <a:ext cx="787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Static guardrails and policy rules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Alert severity classification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Confidence score from AI analysis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Playbook risk level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Target whitelist status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Analyst override decision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7683500"/>
            <a:ext cx="7874000" cy="698500"/>
          </a:xfrm>
          <a:prstGeom prst="rect">
            <a:avLst/>
          </a:prstGeom>
          <a:solidFill>
            <a:srgbClr val="1A1D23"/>
          </a:solidFill>
          <a:ln w="12700">
            <a:solidFill>
              <a:srgbClr val="3D45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77851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approved remediation actions move to execution.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APPROVAL WORKFLOW DIAGRAM HERE 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9 — Ansible Execution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Execute approved remediation safely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ENGINE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68600"/>
            <a:ext cx="787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Loads investigation and approval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Validates playbook syntax &amp; checks whitelist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Supports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dry-run mode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Tests SSH connectivity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Writes playbook and inventory files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Runs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ansible-playbook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Analyzes exit code and broadcasts completion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Triggers fix verification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62865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 — CONTROLS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769100"/>
            <a:ext cx="787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 validation · SSH check · Whitelist protection · Execution logging · Status tracking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Turns investigation into action — with full controls.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ANSIBLE EXECUTION DIAGRAM HERE 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10 — Fix Verification &amp; Archive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68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 Verify the issue is actually fixed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 VERIFIER 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68600"/>
            <a:ext cx="787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Reloads the investigation context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Queries Elasticsearch for recurrence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Checks if similar alerts continue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Saves verification status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Archives investigation with full 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9276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POSSIBLE OUTCOMES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35600"/>
          <a:ext cx="7874000" cy="2095500"/>
        </p:xfrm>
        <a:graphic>
          <a:graphicData uri="http://schemas.openxmlformats.org/drawingml/2006/table">
            <a:tbl>
              <a:tblPr/>
              <a:tblGrid>
                <a:gridCol w="2755900"/>
                <a:gridCol w="51181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Outcome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5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55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likely_fixed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 succeeded, no new alerts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not_fixed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Alerts continue or verification failed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inconclusive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Some signals remain unclear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playbook_failed_but_quiet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A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 failed but alerts stopped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2000" y="7785100"/>
            <a:ext cx="7874000" cy="609600"/>
          </a:xfrm>
          <a:prstGeom prst="rect">
            <a:avLst/>
          </a:prstGeom>
          <a:solidFill>
            <a:srgbClr val="1A1D23"/>
          </a:solidFill>
          <a:ln w="12700">
            <a:solidFill>
              <a:srgbClr val="3D45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000" y="7886700"/>
            <a:ext cx="736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Platform verifies results and preserves evidence.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9398000" y="1270000"/>
            <a:ext cx="6096000" cy="698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FIX VERIFICATION DIAGRAM HERE ]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50800" cy="30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Phase 3 Logic — The Complete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polling → alert processing → enrichment → local storage → incident correlation → investigation → AI analysis → approval → Ansible execution → verification → archive → 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/ API / WebSocket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476500"/>
            <a:ext cx="14732000" cy="12700"/>
          </a:xfrm>
          <a:prstGeom prst="rect">
            <a:avLst/>
          </a:prstGeom>
          <a:solidFill>
            <a:srgbClr val="3D455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73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PHASE 3 DOES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1473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is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intelligence layer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SOC platform. It starts by reading raw documents from Elasticsearch and converting them into clean alerts.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Then it enriches and correlates these alerts into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incidents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creates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investigations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proposes controlled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remediation actions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requires approval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execution, runs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Ansible playbooks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safely,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verifies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whether the issue is fixed,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archives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case, and exposes everything to the dashboard through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API and WebSocket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updates.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7112000"/>
            <a:ext cx="14732000" cy="1270000"/>
          </a:xfrm>
          <a:prstGeom prst="rect">
            <a:avLst/>
          </a:prstGeom>
          <a:solidFill>
            <a:srgbClr val="1A1D23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62000" y="7112000"/>
            <a:ext cx="1473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 INSERT COMPLETE PHASE 3 PIPELINE DIAGRAM HERE 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3D455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3048000"/>
            <a:ext cx="5080000" cy="25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30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3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BACKEND INTELLIGENCE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88000" y="4318000"/>
            <a:ext cx="5080000" cy="25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4699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Elasticsearch data to intelligent, verified, and archived SOC operations.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platform now thinks before it acts.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3D4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OPERATIONS CENTER PLATFORM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3 — Backend Intelligence Layer</dc:title>
  <dc:subject>Phase 3 — Backend Intelligence Layer</dc:subject>
  <dc:creator>Kimi</dc:creator>
  <cp:lastModifiedBy>Kimi</cp:lastModifiedBy>
  <cp:revision>1</cp:revision>
  <dcterms:created xsi:type="dcterms:W3CDTF">2026-04-28T14:10:00Z</dcterms:created>
  <dcterms:modified xsi:type="dcterms:W3CDTF">2026-04-28T14:10:00Z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{"Label":"Phase 3 — Backend Intelligence Layer","ContentProducer":"001191110108MACG2KBH8F10000","ProduceID":"19dd4461-afd2-8689-8000-00006e6dc3f3","ReservedCode1":"","ContentPropagator":"001191110108MACG2KBH8F20000","PropagateID":"19dd4461-afd2-8689-8000-00006e6dc3f3","ReservedCode2":""}</vt:lpwstr>
  </property>
</Properties>
</file>